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58" r:id="rId8"/>
    <p:sldId id="263" r:id="rId9"/>
    <p:sldId id="266" r:id="rId10"/>
    <p:sldId id="264" r:id="rId11"/>
    <p:sldId id="267" r:id="rId12"/>
    <p:sldId id="265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51153F7-71D6-414E-99ED-2029DED16E41}">
          <p14:sldIdLst>
            <p14:sldId id="256"/>
          </p14:sldIdLst>
        </p14:section>
        <p14:section name="实验二 假设形成与更新G1 color" id="{A41A91C8-51DA-4815-908B-D593822B8128}">
          <p14:sldIdLst>
            <p14:sldId id="257"/>
            <p14:sldId id="259"/>
            <p14:sldId id="260"/>
            <p14:sldId id="261"/>
            <p14:sldId id="262"/>
            <p14:sldId id="258"/>
          </p14:sldIdLst>
        </p14:section>
        <p14:section name="实验二假设形成与更新G2 shape" id="{5EDF470A-8333-4A69-9CC3-2CDA1D022E82}">
          <p14:sldIdLst>
            <p14:sldId id="263"/>
            <p14:sldId id="266"/>
            <p14:sldId id="264"/>
            <p14:sldId id="267"/>
            <p14:sldId id="265"/>
            <p14:sldId id="26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9FF"/>
    <a:srgbClr val="DDFF7D"/>
    <a:srgbClr val="F67B00"/>
    <a:srgbClr val="FC3083"/>
    <a:srgbClr val="00EABD"/>
    <a:srgbClr val="FF9933"/>
    <a:srgbClr val="CC00CC"/>
    <a:srgbClr val="FEC2DA"/>
    <a:srgbClr val="FF00FF"/>
    <a:srgbClr val="99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DAECC0-3A02-F44B-AF21-DAA39DE882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3C30CF-6A9C-2D84-82CF-1831586A9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479E2C-E4CF-E774-5AEE-4EFF83222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4FCD-3880-430B-93E2-2E4B1B1DE658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FDFAFA-5C5A-B7D6-E265-0ACD36A5F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6C35A4-594F-CB97-AB7D-900633074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E2D50-4249-4B8E-ACC3-4B3DE082C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2989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8AB9C0-37F4-AA2D-D120-82436D1F7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28B7AB-4B70-32DA-6F93-116423F44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1CEBB4-6355-3B07-9F62-5842D8E17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4FCD-3880-430B-93E2-2E4B1B1DE658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1EC1A5-21CD-1F2F-AD85-95B73A997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94C33E-23BF-6556-9100-90B9E570E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E2D50-4249-4B8E-ACC3-4B3DE082C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660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9A5ADF-6D7B-08EC-B650-12CCA4705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0ED8CB-EDB7-CBF2-BAF8-6CBF4C6BA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C2E91E-3336-F4D5-A634-AA37B6C42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4FCD-3880-430B-93E2-2E4B1B1DE658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23FD1B-1BD3-79EA-74DE-5B999AEE3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88127F-FD6C-8282-F61D-874A7128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E2D50-4249-4B8E-ACC3-4B3DE082C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6824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293826-80B8-7A42-FC98-E14DCF6B8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A96C36-573D-D22A-FA01-EF3B5DC822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814ED6-7A0B-30B8-87BC-CB5E1504D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8DBC73-B777-73D4-02E8-DC2D6F889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4FCD-3880-430B-93E2-2E4B1B1DE658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7EFA3F-3176-E1A8-DD66-1FE95A64A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A40F0A-B8CE-F033-39A3-FFFAE9207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E2D50-4249-4B8E-ACC3-4B3DE082C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2442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2BAEE1-6FDF-51A9-9DF9-32E8BBAD5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C64519-8955-E3F1-F94F-A8DAB41E9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7E532F-BE44-4D09-598D-8453E61492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BB38765-6211-0F8E-7BD1-EBBBA3E1DF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99C5A81-F7E4-550B-B0EC-4ADBCEF2FF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28CF9D1-DD82-F6B1-B1E1-C99883F57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4FCD-3880-430B-93E2-2E4B1B1DE658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A4593BF-C13A-19B8-318E-2E249E263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7AC22BE-6A96-7328-1CA0-FE4DE3302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E2D50-4249-4B8E-ACC3-4B3DE082C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86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10DF96-6AEE-78BC-F671-FB568E102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CF1B8A-0385-5B6D-F425-9178A48AF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4FCD-3880-430B-93E2-2E4B1B1DE658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3197953-E98D-0A3A-9F93-DB673EF39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EFCE5FB-731E-5D47-FC76-9A357980F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E2D50-4249-4B8E-ACC3-4B3DE082C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664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27F271B-B43A-A0DE-4C18-912B8FDC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4FCD-3880-430B-93E2-2E4B1B1DE658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E95F7D4-E4E0-8646-47D2-ACC140D9C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B9AED2-5878-A2F5-7769-D8A05F5BB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E2D50-4249-4B8E-ACC3-4B3DE082C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6168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F1AEBF-0DFC-B15A-EAF4-8BB4A0441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EFE57B-44D0-D793-6E85-60DFC8A41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BD194BE-3E4F-5299-AE4F-22EC69338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0AA54E-6FEA-99B6-D793-9FF0387B0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4FCD-3880-430B-93E2-2E4B1B1DE658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A65315-275B-FA2A-6F20-A57202C24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48F2C9-6BD6-43AB-AF21-27BDD70B0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E2D50-4249-4B8E-ACC3-4B3DE082C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4206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E1D101-B131-E8EC-46CE-C25BE1C96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702C6AF-38FF-2263-EEC0-BCDEECD639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FFEB0B-A035-7BAF-A301-5D0B0FD8B0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D337F7-68F8-1255-C47A-10B7ECD55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4FCD-3880-430B-93E2-2E4B1B1DE658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0715F1-36C8-87F7-28AB-D4ADE546C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36E63C-18D4-2292-89D1-2DE3F7AC8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E2D50-4249-4B8E-ACC3-4B3DE082C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0729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139F0-9023-6428-DFFC-314455699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2A43EAD-7B28-CBB2-20E4-20C632BAAD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14BAB8-4DBB-EFAB-5C97-50493FE5F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4FCD-3880-430B-93E2-2E4B1B1DE658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189FDB-5708-B135-3A0A-E1F55CFAF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291230-B564-3C98-5061-3BBF2D23F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E2D50-4249-4B8E-ACC3-4B3DE082C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26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30EEBBE-8136-7ED5-DE5F-AFFE2F9794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5E7A2E7-759A-05DD-8217-55341955A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8C58B9-2154-9382-80DD-7E93802B4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4FCD-3880-430B-93E2-2E4B1B1DE658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65DD24-9A14-BDD3-4DAB-462FAB4E2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EC0EED-5050-7640-B4A1-FDA40F321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E2D50-4249-4B8E-ACC3-4B3DE082C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9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8FC9A9B-E00D-C569-479C-F571511D1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CD2AC7-771F-06E4-7985-FC6645A38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E5409A-7987-F1C7-55B2-0B7C738E55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E4FCD-3880-430B-93E2-2E4B1B1DE658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94614B-57C1-33F5-75FF-EDC2DD862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151B76-DDD3-9B75-4852-5953790450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3E2D50-4249-4B8E-ACC3-4B3DE082C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653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A7CB3F7-8489-3C64-FC3C-35995BD52C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26" t="17088" r="41495" b="47472"/>
          <a:stretch/>
        </p:blipFill>
        <p:spPr>
          <a:xfrm>
            <a:off x="858962" y="493376"/>
            <a:ext cx="3762734" cy="562305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E1B7B19-8512-39F4-0C54-5741E3646F8A}"/>
              </a:ext>
            </a:extLst>
          </p:cNvPr>
          <p:cNvSpPr txBox="1"/>
          <p:nvPr/>
        </p:nvSpPr>
        <p:spPr>
          <a:xfrm>
            <a:off x="1119778" y="5995292"/>
            <a:ext cx="3319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再增加实验二、实验四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8A12620-9B54-A419-E405-7D88483C493B}"/>
              </a:ext>
            </a:extLst>
          </p:cNvPr>
          <p:cNvSpPr txBox="1"/>
          <p:nvPr/>
        </p:nvSpPr>
        <p:spPr>
          <a:xfrm>
            <a:off x="4525173" y="4447689"/>
            <a:ext cx="444986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名称改为：实验三</a:t>
            </a:r>
            <a:r>
              <a:rPr lang="en-US" altLang="zh-CN" dirty="0">
                <a:solidFill>
                  <a:srgbClr val="FF0000"/>
                </a:solidFill>
              </a:rPr>
              <a:t>game 1 shape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491040D-4547-7991-D57A-3AB1B8135FD8}"/>
              </a:ext>
            </a:extLst>
          </p:cNvPr>
          <p:cNvSpPr/>
          <p:nvPr/>
        </p:nvSpPr>
        <p:spPr>
          <a:xfrm>
            <a:off x="1199760" y="3556031"/>
            <a:ext cx="2984610" cy="8380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8011A61-5D3F-8C2A-986B-BE5224C68E98}"/>
              </a:ext>
            </a:extLst>
          </p:cNvPr>
          <p:cNvSpPr txBox="1"/>
          <p:nvPr/>
        </p:nvSpPr>
        <p:spPr>
          <a:xfrm>
            <a:off x="4490388" y="3647439"/>
            <a:ext cx="4519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名称改为：实验一</a:t>
            </a:r>
            <a:r>
              <a:rPr lang="en-US" altLang="zh-CN" dirty="0">
                <a:solidFill>
                  <a:srgbClr val="FF0000"/>
                </a:solidFill>
              </a:rPr>
              <a:t>game 1 color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实验一</a:t>
            </a:r>
            <a:r>
              <a:rPr lang="en-US" altLang="zh-CN" dirty="0">
                <a:solidFill>
                  <a:srgbClr val="FF0000"/>
                </a:solidFill>
              </a:rPr>
              <a:t>game 2 shape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895D0DEB-0DDD-A588-3E98-B0E72F747EAF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 flipV="1">
            <a:off x="4184370" y="3970605"/>
            <a:ext cx="306018" cy="44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06C3B9EE-2632-662F-EBE6-24EC4648458D}"/>
              </a:ext>
            </a:extLst>
          </p:cNvPr>
          <p:cNvSpPr/>
          <p:nvPr/>
        </p:nvSpPr>
        <p:spPr>
          <a:xfrm>
            <a:off x="1199763" y="4447689"/>
            <a:ext cx="2984609" cy="39266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06F521-F14F-0A83-8F1E-E985AEE4A2E7}"/>
              </a:ext>
            </a:extLst>
          </p:cNvPr>
          <p:cNvSpPr/>
          <p:nvPr/>
        </p:nvSpPr>
        <p:spPr>
          <a:xfrm>
            <a:off x="1199762" y="4912581"/>
            <a:ext cx="2984609" cy="39266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7B15439-612B-E94C-AB49-C5342D9249B2}"/>
              </a:ext>
            </a:extLst>
          </p:cNvPr>
          <p:cNvSpPr/>
          <p:nvPr/>
        </p:nvSpPr>
        <p:spPr>
          <a:xfrm>
            <a:off x="1199761" y="5357113"/>
            <a:ext cx="2984609" cy="39266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9E6D50D4-FB4A-FF92-C425-2184DCB0E9DA}"/>
              </a:ext>
            </a:extLst>
          </p:cNvPr>
          <p:cNvCxnSpPr>
            <a:cxnSpLocks/>
            <a:stCxn id="13" idx="3"/>
            <a:endCxn id="7" idx="1"/>
          </p:cNvCxnSpPr>
          <p:nvPr/>
        </p:nvCxnSpPr>
        <p:spPr>
          <a:xfrm flipV="1">
            <a:off x="4184372" y="4632355"/>
            <a:ext cx="340801" cy="116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24BEE0F6-CB23-3E82-09A4-FA92A33F788B}"/>
              </a:ext>
            </a:extLst>
          </p:cNvPr>
          <p:cNvSpPr txBox="1"/>
          <p:nvPr/>
        </p:nvSpPr>
        <p:spPr>
          <a:xfrm>
            <a:off x="4525173" y="4912725"/>
            <a:ext cx="444986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名称改为：实验三</a:t>
            </a:r>
            <a:r>
              <a:rPr lang="en-US" altLang="zh-CN" dirty="0">
                <a:solidFill>
                  <a:srgbClr val="FF0000"/>
                </a:solidFill>
              </a:rPr>
              <a:t>game 2 color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2BD165B-BDB1-8603-590C-9A631AD056B4}"/>
              </a:ext>
            </a:extLst>
          </p:cNvPr>
          <p:cNvSpPr txBox="1"/>
          <p:nvPr/>
        </p:nvSpPr>
        <p:spPr>
          <a:xfrm>
            <a:off x="4525173" y="5380449"/>
            <a:ext cx="444986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名称改为：实验三</a:t>
            </a:r>
            <a:r>
              <a:rPr lang="en-US" altLang="zh-CN" dirty="0">
                <a:solidFill>
                  <a:srgbClr val="FF0000"/>
                </a:solidFill>
              </a:rPr>
              <a:t>game 3 size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64430435-C465-CC3C-F399-BB133C0C1522}"/>
              </a:ext>
            </a:extLst>
          </p:cNvPr>
          <p:cNvCxnSpPr>
            <a:stCxn id="16" idx="3"/>
            <a:endCxn id="23" idx="1"/>
          </p:cNvCxnSpPr>
          <p:nvPr/>
        </p:nvCxnSpPr>
        <p:spPr>
          <a:xfrm flipV="1">
            <a:off x="4184371" y="5097391"/>
            <a:ext cx="340802" cy="115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FE3E0066-8E82-B4E3-489F-6130A87DA7FE}"/>
              </a:ext>
            </a:extLst>
          </p:cNvPr>
          <p:cNvCxnSpPr>
            <a:stCxn id="17" idx="3"/>
            <a:endCxn id="24" idx="1"/>
          </p:cNvCxnSpPr>
          <p:nvPr/>
        </p:nvCxnSpPr>
        <p:spPr>
          <a:xfrm>
            <a:off x="4184370" y="5553447"/>
            <a:ext cx="340803" cy="116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CE3C4085-B2C7-D9A1-0820-E1CAF8F4BAD0}"/>
              </a:ext>
            </a:extLst>
          </p:cNvPr>
          <p:cNvSpPr txBox="1"/>
          <p:nvPr/>
        </p:nvSpPr>
        <p:spPr>
          <a:xfrm>
            <a:off x="4439447" y="3124188"/>
            <a:ext cx="10460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保留</a:t>
            </a:r>
            <a:endParaRPr lang="zh-CN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5585467-F0F2-CFBE-D736-3DE30E5C545C}"/>
              </a:ext>
            </a:extLst>
          </p:cNvPr>
          <p:cNvSpPr/>
          <p:nvPr/>
        </p:nvSpPr>
        <p:spPr>
          <a:xfrm>
            <a:off x="1199760" y="3100887"/>
            <a:ext cx="2984610" cy="41251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F6AB9A40-EFCB-936D-A885-2F500F4EA3F2}"/>
              </a:ext>
            </a:extLst>
          </p:cNvPr>
          <p:cNvCxnSpPr>
            <a:cxnSpLocks/>
            <a:stCxn id="40" idx="3"/>
            <a:endCxn id="35" idx="1"/>
          </p:cNvCxnSpPr>
          <p:nvPr/>
        </p:nvCxnSpPr>
        <p:spPr>
          <a:xfrm>
            <a:off x="4184370" y="3307143"/>
            <a:ext cx="255077" cy="17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4883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203DF7DD-E414-F5AE-588A-CC10A88AB0F4}"/>
              </a:ext>
            </a:extLst>
          </p:cNvPr>
          <p:cNvSpPr/>
          <p:nvPr/>
        </p:nvSpPr>
        <p:spPr>
          <a:xfrm>
            <a:off x="1087744" y="5839185"/>
            <a:ext cx="2924603" cy="729812"/>
          </a:xfrm>
          <a:custGeom>
            <a:avLst/>
            <a:gdLst>
              <a:gd name="connsiteX0" fmla="*/ 0 w 2643809"/>
              <a:gd name="connsiteY0" fmla="*/ 857762 h 1012610"/>
              <a:gd name="connsiteX1" fmla="*/ 596348 w 2643809"/>
              <a:gd name="connsiteY1" fmla="*/ 977032 h 1012610"/>
              <a:gd name="connsiteX2" fmla="*/ 1341783 w 2643809"/>
              <a:gd name="connsiteY2" fmla="*/ 301171 h 1012610"/>
              <a:gd name="connsiteX3" fmla="*/ 1858617 w 2643809"/>
              <a:gd name="connsiteY3" fmla="*/ 42753 h 1012610"/>
              <a:gd name="connsiteX4" fmla="*/ 2643809 w 2643809"/>
              <a:gd name="connsiteY4" fmla="*/ 2997 h 1012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3809" h="1012610">
                <a:moveTo>
                  <a:pt x="0" y="857762"/>
                </a:moveTo>
                <a:cubicBezTo>
                  <a:pt x="186359" y="963779"/>
                  <a:pt x="372718" y="1069797"/>
                  <a:pt x="596348" y="977032"/>
                </a:cubicBezTo>
                <a:cubicBezTo>
                  <a:pt x="819979" y="884267"/>
                  <a:pt x="1131405" y="456884"/>
                  <a:pt x="1341783" y="301171"/>
                </a:cubicBezTo>
                <a:cubicBezTo>
                  <a:pt x="1552161" y="145458"/>
                  <a:pt x="1641613" y="92449"/>
                  <a:pt x="1858617" y="42753"/>
                </a:cubicBezTo>
                <a:cubicBezTo>
                  <a:pt x="2075621" y="-6943"/>
                  <a:pt x="2359715" y="-1973"/>
                  <a:pt x="2643809" y="299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8264E0D-050A-3EA1-2FC5-2B92B2F15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017" t="10189" r="16882" b="10736"/>
          <a:stretch/>
        </p:blipFill>
        <p:spPr>
          <a:xfrm>
            <a:off x="395377" y="5961634"/>
            <a:ext cx="743163" cy="729813"/>
          </a:xfrm>
          <a:prstGeom prst="ellipse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528114CF-F32E-E047-5DB8-139347028E3D}"/>
              </a:ext>
            </a:extLst>
          </p:cNvPr>
          <p:cNvGrpSpPr/>
          <p:nvPr/>
        </p:nvGrpSpPr>
        <p:grpSpPr>
          <a:xfrm>
            <a:off x="4017038" y="4708419"/>
            <a:ext cx="3756384" cy="1620895"/>
            <a:chOff x="4017038" y="4708419"/>
            <a:chExt cx="3756384" cy="1620895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38C99BD-9BA4-4FB8-630D-EA2E9BF679D5}"/>
                </a:ext>
              </a:extLst>
            </p:cNvPr>
            <p:cNvSpPr/>
            <p:nvPr/>
          </p:nvSpPr>
          <p:spPr>
            <a:xfrm>
              <a:off x="4017038" y="5170629"/>
              <a:ext cx="3748691" cy="1158685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10C16F4-F740-942B-EA9A-F61AAE5B11F3}"/>
                </a:ext>
              </a:extLst>
            </p:cNvPr>
            <p:cNvSpPr/>
            <p:nvPr/>
          </p:nvSpPr>
          <p:spPr>
            <a:xfrm>
              <a:off x="4020040" y="4708419"/>
              <a:ext cx="3753382" cy="464695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DA708CD5-1564-0080-911A-E74487876D3B}"/>
              </a:ext>
            </a:extLst>
          </p:cNvPr>
          <p:cNvSpPr txBox="1"/>
          <p:nvPr/>
        </p:nvSpPr>
        <p:spPr>
          <a:xfrm>
            <a:off x="198783" y="427383"/>
            <a:ext cx="2484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实验二：</a:t>
            </a:r>
            <a:r>
              <a:rPr lang="en-US" altLang="zh-CN" dirty="0"/>
              <a:t>game 1 color</a:t>
            </a:r>
            <a:endParaRPr lang="zh-CN" altLang="en-US" dirty="0"/>
          </a:p>
        </p:txBody>
      </p:sp>
      <p:sp>
        <p:nvSpPr>
          <p:cNvPr id="16" name="心形 15">
            <a:extLst>
              <a:ext uri="{FF2B5EF4-FFF2-40B4-BE49-F238E27FC236}">
                <a16:creationId xmlns:a16="http://schemas.microsoft.com/office/drawing/2014/main" id="{B723CF15-3636-9968-3916-B42A7543A6AD}"/>
              </a:ext>
            </a:extLst>
          </p:cNvPr>
          <p:cNvSpPr/>
          <p:nvPr/>
        </p:nvSpPr>
        <p:spPr>
          <a:xfrm>
            <a:off x="4952587" y="1997766"/>
            <a:ext cx="631473" cy="566530"/>
          </a:xfrm>
          <a:prstGeom prst="hear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心形 16">
            <a:extLst>
              <a:ext uri="{FF2B5EF4-FFF2-40B4-BE49-F238E27FC236}">
                <a16:creationId xmlns:a16="http://schemas.microsoft.com/office/drawing/2014/main" id="{7C5F549E-C79E-38FC-243E-12E504313C7D}"/>
              </a:ext>
            </a:extLst>
          </p:cNvPr>
          <p:cNvSpPr/>
          <p:nvPr/>
        </p:nvSpPr>
        <p:spPr>
          <a:xfrm>
            <a:off x="5848042" y="1997766"/>
            <a:ext cx="631473" cy="566530"/>
          </a:xfrm>
          <a:prstGeom prst="hear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008DE2F-E886-725A-748E-BE14ABF3529B}"/>
              </a:ext>
            </a:extLst>
          </p:cNvPr>
          <p:cNvSpPr txBox="1"/>
          <p:nvPr/>
        </p:nvSpPr>
        <p:spPr>
          <a:xfrm>
            <a:off x="395377" y="1023730"/>
            <a:ext cx="15328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前五个试次玩具无花纹</a:t>
            </a:r>
          </a:p>
        </p:txBody>
      </p:sp>
    </p:spTree>
    <p:extLst>
      <p:ext uri="{BB962C8B-B14F-4D97-AF65-F5344CB8AC3E}">
        <p14:creationId xmlns:p14="http://schemas.microsoft.com/office/powerpoint/2010/main" val="371629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F2057-CB09-11D5-FBAB-4809101BC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F4E3DD29-6910-8EB9-73DA-BFBE4D2E032D}"/>
              </a:ext>
            </a:extLst>
          </p:cNvPr>
          <p:cNvSpPr/>
          <p:nvPr/>
        </p:nvSpPr>
        <p:spPr>
          <a:xfrm>
            <a:off x="1087744" y="5839185"/>
            <a:ext cx="2924603" cy="729812"/>
          </a:xfrm>
          <a:custGeom>
            <a:avLst/>
            <a:gdLst>
              <a:gd name="connsiteX0" fmla="*/ 0 w 2643809"/>
              <a:gd name="connsiteY0" fmla="*/ 857762 h 1012610"/>
              <a:gd name="connsiteX1" fmla="*/ 596348 w 2643809"/>
              <a:gd name="connsiteY1" fmla="*/ 977032 h 1012610"/>
              <a:gd name="connsiteX2" fmla="*/ 1341783 w 2643809"/>
              <a:gd name="connsiteY2" fmla="*/ 301171 h 1012610"/>
              <a:gd name="connsiteX3" fmla="*/ 1858617 w 2643809"/>
              <a:gd name="connsiteY3" fmla="*/ 42753 h 1012610"/>
              <a:gd name="connsiteX4" fmla="*/ 2643809 w 2643809"/>
              <a:gd name="connsiteY4" fmla="*/ 2997 h 1012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3809" h="1012610">
                <a:moveTo>
                  <a:pt x="0" y="857762"/>
                </a:moveTo>
                <a:cubicBezTo>
                  <a:pt x="186359" y="963779"/>
                  <a:pt x="372718" y="1069797"/>
                  <a:pt x="596348" y="977032"/>
                </a:cubicBezTo>
                <a:cubicBezTo>
                  <a:pt x="819979" y="884267"/>
                  <a:pt x="1131405" y="456884"/>
                  <a:pt x="1341783" y="301171"/>
                </a:cubicBezTo>
                <a:cubicBezTo>
                  <a:pt x="1552161" y="145458"/>
                  <a:pt x="1641613" y="92449"/>
                  <a:pt x="1858617" y="42753"/>
                </a:cubicBezTo>
                <a:cubicBezTo>
                  <a:pt x="2075621" y="-6943"/>
                  <a:pt x="2359715" y="-1973"/>
                  <a:pt x="2643809" y="299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EB38800-D342-2799-1570-D47E1C7CB4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017" t="10189" r="16882" b="10736"/>
          <a:stretch/>
        </p:blipFill>
        <p:spPr>
          <a:xfrm>
            <a:off x="395377" y="5961634"/>
            <a:ext cx="743163" cy="729813"/>
          </a:xfrm>
          <a:prstGeom prst="ellipse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48337B45-54FC-7DD9-00D9-97527CC03076}"/>
              </a:ext>
            </a:extLst>
          </p:cNvPr>
          <p:cNvSpPr txBox="1"/>
          <p:nvPr/>
        </p:nvSpPr>
        <p:spPr>
          <a:xfrm>
            <a:off x="198783" y="427383"/>
            <a:ext cx="2484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实验二：</a:t>
            </a:r>
            <a:r>
              <a:rPr lang="en-US" altLang="zh-CN" dirty="0"/>
              <a:t>game 1 color</a:t>
            </a:r>
            <a:endParaRPr lang="zh-CN" altLang="en-US" dirty="0"/>
          </a:p>
        </p:txBody>
      </p:sp>
      <p:sp>
        <p:nvSpPr>
          <p:cNvPr id="16" name="十字形 15">
            <a:extLst>
              <a:ext uri="{FF2B5EF4-FFF2-40B4-BE49-F238E27FC236}">
                <a16:creationId xmlns:a16="http://schemas.microsoft.com/office/drawing/2014/main" id="{F98353A6-918B-426A-DACF-8B0D511E405D}"/>
              </a:ext>
            </a:extLst>
          </p:cNvPr>
          <p:cNvSpPr/>
          <p:nvPr/>
        </p:nvSpPr>
        <p:spPr>
          <a:xfrm>
            <a:off x="4952587" y="1997766"/>
            <a:ext cx="631473" cy="566530"/>
          </a:xfrm>
          <a:prstGeom prst="plus">
            <a:avLst>
              <a:gd name="adj" fmla="val 32018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十字形 1">
            <a:extLst>
              <a:ext uri="{FF2B5EF4-FFF2-40B4-BE49-F238E27FC236}">
                <a16:creationId xmlns:a16="http://schemas.microsoft.com/office/drawing/2014/main" id="{E1CA7A24-82C0-D1FC-5CEA-7BBA30B0D633}"/>
              </a:ext>
            </a:extLst>
          </p:cNvPr>
          <p:cNvSpPr/>
          <p:nvPr/>
        </p:nvSpPr>
        <p:spPr>
          <a:xfrm>
            <a:off x="5976469" y="1997766"/>
            <a:ext cx="631473" cy="566530"/>
          </a:xfrm>
          <a:prstGeom prst="plus">
            <a:avLst>
              <a:gd name="adj" fmla="val 32018"/>
            </a:avLst>
          </a:prstGeom>
          <a:solidFill>
            <a:srgbClr val="FE94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C065DB4-3B90-DD20-6554-8B56EB4753A3}"/>
              </a:ext>
            </a:extLst>
          </p:cNvPr>
          <p:cNvGrpSpPr/>
          <p:nvPr/>
        </p:nvGrpSpPr>
        <p:grpSpPr>
          <a:xfrm>
            <a:off x="4017038" y="4708419"/>
            <a:ext cx="3756384" cy="1620895"/>
            <a:chOff x="4017038" y="4708419"/>
            <a:chExt cx="3756384" cy="1620895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AA5F6C09-668A-5D44-BD56-7EEAAEDEF79B}"/>
                </a:ext>
              </a:extLst>
            </p:cNvPr>
            <p:cNvSpPr/>
            <p:nvPr/>
          </p:nvSpPr>
          <p:spPr>
            <a:xfrm>
              <a:off x="4017038" y="5170629"/>
              <a:ext cx="3748691" cy="1158685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8278265D-F2BC-33AD-2DCA-D85783A23E64}"/>
                </a:ext>
              </a:extLst>
            </p:cNvPr>
            <p:cNvSpPr/>
            <p:nvPr/>
          </p:nvSpPr>
          <p:spPr>
            <a:xfrm>
              <a:off x="4020040" y="4708419"/>
              <a:ext cx="3753382" cy="464695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44044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C6FD7-6BFB-8B2E-3EB0-0FCF9DCDB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E6BBB026-C530-CE4D-2B4F-D9F8526C4BD9}"/>
              </a:ext>
            </a:extLst>
          </p:cNvPr>
          <p:cNvSpPr/>
          <p:nvPr/>
        </p:nvSpPr>
        <p:spPr>
          <a:xfrm>
            <a:off x="1087744" y="5839185"/>
            <a:ext cx="2924603" cy="729812"/>
          </a:xfrm>
          <a:custGeom>
            <a:avLst/>
            <a:gdLst>
              <a:gd name="connsiteX0" fmla="*/ 0 w 2643809"/>
              <a:gd name="connsiteY0" fmla="*/ 857762 h 1012610"/>
              <a:gd name="connsiteX1" fmla="*/ 596348 w 2643809"/>
              <a:gd name="connsiteY1" fmla="*/ 977032 h 1012610"/>
              <a:gd name="connsiteX2" fmla="*/ 1341783 w 2643809"/>
              <a:gd name="connsiteY2" fmla="*/ 301171 h 1012610"/>
              <a:gd name="connsiteX3" fmla="*/ 1858617 w 2643809"/>
              <a:gd name="connsiteY3" fmla="*/ 42753 h 1012610"/>
              <a:gd name="connsiteX4" fmla="*/ 2643809 w 2643809"/>
              <a:gd name="connsiteY4" fmla="*/ 2997 h 1012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3809" h="1012610">
                <a:moveTo>
                  <a:pt x="0" y="857762"/>
                </a:moveTo>
                <a:cubicBezTo>
                  <a:pt x="186359" y="963779"/>
                  <a:pt x="372718" y="1069797"/>
                  <a:pt x="596348" y="977032"/>
                </a:cubicBezTo>
                <a:cubicBezTo>
                  <a:pt x="819979" y="884267"/>
                  <a:pt x="1131405" y="456884"/>
                  <a:pt x="1341783" y="301171"/>
                </a:cubicBezTo>
                <a:cubicBezTo>
                  <a:pt x="1552161" y="145458"/>
                  <a:pt x="1641613" y="92449"/>
                  <a:pt x="1858617" y="42753"/>
                </a:cubicBezTo>
                <a:cubicBezTo>
                  <a:pt x="2075621" y="-6943"/>
                  <a:pt x="2359715" y="-1973"/>
                  <a:pt x="2643809" y="299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ED19676-0E99-63C2-9710-3349C25A35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017" t="10189" r="16882" b="10736"/>
          <a:stretch/>
        </p:blipFill>
        <p:spPr>
          <a:xfrm>
            <a:off x="395377" y="5961634"/>
            <a:ext cx="743163" cy="729813"/>
          </a:xfrm>
          <a:prstGeom prst="ellipse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42D749E-9690-BB18-16BE-744EC4594537}"/>
              </a:ext>
            </a:extLst>
          </p:cNvPr>
          <p:cNvSpPr txBox="1"/>
          <p:nvPr/>
        </p:nvSpPr>
        <p:spPr>
          <a:xfrm>
            <a:off x="198783" y="427383"/>
            <a:ext cx="2484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实验二：</a:t>
            </a:r>
            <a:r>
              <a:rPr lang="en-US" altLang="zh-CN" dirty="0"/>
              <a:t>game 1 color</a:t>
            </a:r>
            <a:endParaRPr lang="zh-CN" altLang="en-US" dirty="0"/>
          </a:p>
        </p:txBody>
      </p:sp>
      <p:sp>
        <p:nvSpPr>
          <p:cNvPr id="17" name="梯形 16">
            <a:extLst>
              <a:ext uri="{FF2B5EF4-FFF2-40B4-BE49-F238E27FC236}">
                <a16:creationId xmlns:a16="http://schemas.microsoft.com/office/drawing/2014/main" id="{2D003BEC-4047-1AB6-5905-E56F3305A2AE}"/>
              </a:ext>
            </a:extLst>
          </p:cNvPr>
          <p:cNvSpPr/>
          <p:nvPr/>
        </p:nvSpPr>
        <p:spPr>
          <a:xfrm>
            <a:off x="4554411" y="2209216"/>
            <a:ext cx="903178" cy="546652"/>
          </a:xfrm>
          <a:prstGeom prst="trapezoid">
            <a:avLst>
              <a:gd name="adj" fmla="val 46818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梯形 1">
            <a:extLst>
              <a:ext uri="{FF2B5EF4-FFF2-40B4-BE49-F238E27FC236}">
                <a16:creationId xmlns:a16="http://schemas.microsoft.com/office/drawing/2014/main" id="{B27CFB91-B34D-17D7-E2B8-367054662B9D}"/>
              </a:ext>
            </a:extLst>
          </p:cNvPr>
          <p:cNvSpPr/>
          <p:nvPr/>
        </p:nvSpPr>
        <p:spPr>
          <a:xfrm>
            <a:off x="5918061" y="2209216"/>
            <a:ext cx="903178" cy="546652"/>
          </a:xfrm>
          <a:prstGeom prst="trapezoid">
            <a:avLst>
              <a:gd name="adj" fmla="val 46818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656B600-9B32-BB51-E96F-CEA01A99D305}"/>
              </a:ext>
            </a:extLst>
          </p:cNvPr>
          <p:cNvGrpSpPr/>
          <p:nvPr/>
        </p:nvGrpSpPr>
        <p:grpSpPr>
          <a:xfrm>
            <a:off x="4017038" y="4708419"/>
            <a:ext cx="3756384" cy="1620895"/>
            <a:chOff x="4017038" y="4708419"/>
            <a:chExt cx="3756384" cy="1620895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7BB5A60-09A0-B744-E0EF-96808B5BADA4}"/>
                </a:ext>
              </a:extLst>
            </p:cNvPr>
            <p:cNvSpPr/>
            <p:nvPr/>
          </p:nvSpPr>
          <p:spPr>
            <a:xfrm>
              <a:off x="4017038" y="5170629"/>
              <a:ext cx="3748691" cy="1158685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B82D3BE2-A868-4EDE-1884-B6312A24A9F6}"/>
                </a:ext>
              </a:extLst>
            </p:cNvPr>
            <p:cNvSpPr/>
            <p:nvPr/>
          </p:nvSpPr>
          <p:spPr>
            <a:xfrm>
              <a:off x="4020040" y="4708419"/>
              <a:ext cx="3753382" cy="464695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81239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778C4-1CC5-AF7B-56BB-7AC2F2A3E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007E3E7E-4486-CE09-C62E-872D1C75421D}"/>
              </a:ext>
            </a:extLst>
          </p:cNvPr>
          <p:cNvSpPr/>
          <p:nvPr/>
        </p:nvSpPr>
        <p:spPr>
          <a:xfrm>
            <a:off x="1087744" y="5839185"/>
            <a:ext cx="2924603" cy="729812"/>
          </a:xfrm>
          <a:custGeom>
            <a:avLst/>
            <a:gdLst>
              <a:gd name="connsiteX0" fmla="*/ 0 w 2643809"/>
              <a:gd name="connsiteY0" fmla="*/ 857762 h 1012610"/>
              <a:gd name="connsiteX1" fmla="*/ 596348 w 2643809"/>
              <a:gd name="connsiteY1" fmla="*/ 977032 h 1012610"/>
              <a:gd name="connsiteX2" fmla="*/ 1341783 w 2643809"/>
              <a:gd name="connsiteY2" fmla="*/ 301171 h 1012610"/>
              <a:gd name="connsiteX3" fmla="*/ 1858617 w 2643809"/>
              <a:gd name="connsiteY3" fmla="*/ 42753 h 1012610"/>
              <a:gd name="connsiteX4" fmla="*/ 2643809 w 2643809"/>
              <a:gd name="connsiteY4" fmla="*/ 2997 h 1012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3809" h="1012610">
                <a:moveTo>
                  <a:pt x="0" y="857762"/>
                </a:moveTo>
                <a:cubicBezTo>
                  <a:pt x="186359" y="963779"/>
                  <a:pt x="372718" y="1069797"/>
                  <a:pt x="596348" y="977032"/>
                </a:cubicBezTo>
                <a:cubicBezTo>
                  <a:pt x="819979" y="884267"/>
                  <a:pt x="1131405" y="456884"/>
                  <a:pt x="1341783" y="301171"/>
                </a:cubicBezTo>
                <a:cubicBezTo>
                  <a:pt x="1552161" y="145458"/>
                  <a:pt x="1641613" y="92449"/>
                  <a:pt x="1858617" y="42753"/>
                </a:cubicBezTo>
                <a:cubicBezTo>
                  <a:pt x="2075621" y="-6943"/>
                  <a:pt x="2359715" y="-1973"/>
                  <a:pt x="2643809" y="299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CBCD644-898A-6B23-E0B2-4DA07F4AF4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017" t="10189" r="16882" b="10736"/>
          <a:stretch/>
        </p:blipFill>
        <p:spPr>
          <a:xfrm>
            <a:off x="395377" y="5961634"/>
            <a:ext cx="743163" cy="729813"/>
          </a:xfrm>
          <a:prstGeom prst="ellipse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6564B5C2-88F4-7D9C-E927-80804AB00E15}"/>
              </a:ext>
            </a:extLst>
          </p:cNvPr>
          <p:cNvSpPr txBox="1"/>
          <p:nvPr/>
        </p:nvSpPr>
        <p:spPr>
          <a:xfrm>
            <a:off x="198783" y="427383"/>
            <a:ext cx="2484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实验二：</a:t>
            </a:r>
            <a:r>
              <a:rPr lang="en-US" altLang="zh-CN" dirty="0"/>
              <a:t>game 1 color</a:t>
            </a:r>
            <a:endParaRPr lang="zh-CN" altLang="en-US" dirty="0"/>
          </a:p>
        </p:txBody>
      </p:sp>
      <p:sp>
        <p:nvSpPr>
          <p:cNvPr id="17" name="箭头: 五边形 16">
            <a:extLst>
              <a:ext uri="{FF2B5EF4-FFF2-40B4-BE49-F238E27FC236}">
                <a16:creationId xmlns:a16="http://schemas.microsoft.com/office/drawing/2014/main" id="{E0094D02-D4E2-D513-1AAC-1B267FF31762}"/>
              </a:ext>
            </a:extLst>
          </p:cNvPr>
          <p:cNvSpPr/>
          <p:nvPr/>
        </p:nvSpPr>
        <p:spPr>
          <a:xfrm>
            <a:off x="4554411" y="2209216"/>
            <a:ext cx="903178" cy="546652"/>
          </a:xfrm>
          <a:prstGeom prst="homePlat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5B88D968-EFDA-3E31-E3A5-FB6528B6E420}"/>
              </a:ext>
            </a:extLst>
          </p:cNvPr>
          <p:cNvSpPr/>
          <p:nvPr/>
        </p:nvSpPr>
        <p:spPr>
          <a:xfrm>
            <a:off x="5918061" y="2209216"/>
            <a:ext cx="903178" cy="546652"/>
          </a:xfrm>
          <a:prstGeom prst="homePlate">
            <a:avLst/>
          </a:prstGeom>
          <a:solidFill>
            <a:srgbClr val="66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8A2B93B-6F21-9BC9-1066-AE298A840770}"/>
              </a:ext>
            </a:extLst>
          </p:cNvPr>
          <p:cNvGrpSpPr/>
          <p:nvPr/>
        </p:nvGrpSpPr>
        <p:grpSpPr>
          <a:xfrm>
            <a:off x="4017038" y="4708419"/>
            <a:ext cx="3756384" cy="1620895"/>
            <a:chOff x="4017038" y="4708419"/>
            <a:chExt cx="3756384" cy="1620895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979534F-C9F4-DF28-0450-F80D88A2779A}"/>
                </a:ext>
              </a:extLst>
            </p:cNvPr>
            <p:cNvSpPr/>
            <p:nvPr/>
          </p:nvSpPr>
          <p:spPr>
            <a:xfrm>
              <a:off x="4017038" y="5170629"/>
              <a:ext cx="3748691" cy="1158685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5A76E58B-5C4C-6356-08F5-AEF4CFE68579}"/>
                </a:ext>
              </a:extLst>
            </p:cNvPr>
            <p:cNvSpPr/>
            <p:nvPr/>
          </p:nvSpPr>
          <p:spPr>
            <a:xfrm>
              <a:off x="4020040" y="4708419"/>
              <a:ext cx="3753382" cy="464695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67875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BC196-A9D5-856C-B38C-644784951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B9E603B-D20C-BB2C-91C0-DBF6461E1F55}"/>
              </a:ext>
            </a:extLst>
          </p:cNvPr>
          <p:cNvSpPr/>
          <p:nvPr/>
        </p:nvSpPr>
        <p:spPr>
          <a:xfrm>
            <a:off x="1087744" y="5839185"/>
            <a:ext cx="2924603" cy="729812"/>
          </a:xfrm>
          <a:custGeom>
            <a:avLst/>
            <a:gdLst>
              <a:gd name="connsiteX0" fmla="*/ 0 w 2643809"/>
              <a:gd name="connsiteY0" fmla="*/ 857762 h 1012610"/>
              <a:gd name="connsiteX1" fmla="*/ 596348 w 2643809"/>
              <a:gd name="connsiteY1" fmla="*/ 977032 h 1012610"/>
              <a:gd name="connsiteX2" fmla="*/ 1341783 w 2643809"/>
              <a:gd name="connsiteY2" fmla="*/ 301171 h 1012610"/>
              <a:gd name="connsiteX3" fmla="*/ 1858617 w 2643809"/>
              <a:gd name="connsiteY3" fmla="*/ 42753 h 1012610"/>
              <a:gd name="connsiteX4" fmla="*/ 2643809 w 2643809"/>
              <a:gd name="connsiteY4" fmla="*/ 2997 h 1012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3809" h="1012610">
                <a:moveTo>
                  <a:pt x="0" y="857762"/>
                </a:moveTo>
                <a:cubicBezTo>
                  <a:pt x="186359" y="963779"/>
                  <a:pt x="372718" y="1069797"/>
                  <a:pt x="596348" y="977032"/>
                </a:cubicBezTo>
                <a:cubicBezTo>
                  <a:pt x="819979" y="884267"/>
                  <a:pt x="1131405" y="456884"/>
                  <a:pt x="1341783" y="301171"/>
                </a:cubicBezTo>
                <a:cubicBezTo>
                  <a:pt x="1552161" y="145458"/>
                  <a:pt x="1641613" y="92449"/>
                  <a:pt x="1858617" y="42753"/>
                </a:cubicBezTo>
                <a:cubicBezTo>
                  <a:pt x="2075621" y="-6943"/>
                  <a:pt x="2359715" y="-1973"/>
                  <a:pt x="2643809" y="299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EE81184-1629-88EF-9D37-9C19CACF14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017" t="10189" r="16882" b="10736"/>
          <a:stretch/>
        </p:blipFill>
        <p:spPr>
          <a:xfrm>
            <a:off x="395377" y="5961634"/>
            <a:ext cx="743163" cy="729813"/>
          </a:xfrm>
          <a:prstGeom prst="ellipse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0C5937D4-1021-486B-8509-77D271932B1D}"/>
              </a:ext>
            </a:extLst>
          </p:cNvPr>
          <p:cNvSpPr txBox="1"/>
          <p:nvPr/>
        </p:nvSpPr>
        <p:spPr>
          <a:xfrm>
            <a:off x="198783" y="427383"/>
            <a:ext cx="2484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实验二：</a:t>
            </a:r>
            <a:r>
              <a:rPr lang="en-US" altLang="zh-CN" dirty="0"/>
              <a:t>game 1 color</a:t>
            </a:r>
            <a:endParaRPr lang="zh-CN" altLang="en-US" dirty="0"/>
          </a:p>
        </p:txBody>
      </p:sp>
      <p:sp>
        <p:nvSpPr>
          <p:cNvPr id="17" name="星形: 五角 16">
            <a:extLst>
              <a:ext uri="{FF2B5EF4-FFF2-40B4-BE49-F238E27FC236}">
                <a16:creationId xmlns:a16="http://schemas.microsoft.com/office/drawing/2014/main" id="{3C70270F-4766-EB65-CC9D-5CD1F9B15E56}"/>
              </a:ext>
            </a:extLst>
          </p:cNvPr>
          <p:cNvSpPr/>
          <p:nvPr/>
        </p:nvSpPr>
        <p:spPr>
          <a:xfrm>
            <a:off x="4554411" y="2017643"/>
            <a:ext cx="903178" cy="738225"/>
          </a:xfrm>
          <a:prstGeom prst="star5">
            <a:avLst/>
          </a:prstGeom>
          <a:solidFill>
            <a:srgbClr val="DDFF7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星形: 五角 2">
            <a:extLst>
              <a:ext uri="{FF2B5EF4-FFF2-40B4-BE49-F238E27FC236}">
                <a16:creationId xmlns:a16="http://schemas.microsoft.com/office/drawing/2014/main" id="{8B9D518A-25C7-C659-A2BA-CC45D8E5F88F}"/>
              </a:ext>
            </a:extLst>
          </p:cNvPr>
          <p:cNvSpPr/>
          <p:nvPr/>
        </p:nvSpPr>
        <p:spPr>
          <a:xfrm>
            <a:off x="5831235" y="2017643"/>
            <a:ext cx="903178" cy="738225"/>
          </a:xfrm>
          <a:prstGeom prst="star5">
            <a:avLst/>
          </a:prstGeom>
          <a:solidFill>
            <a:srgbClr val="FFC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3F769C04-E01C-208C-E688-7FF8CFD29203}"/>
              </a:ext>
            </a:extLst>
          </p:cNvPr>
          <p:cNvGrpSpPr/>
          <p:nvPr/>
        </p:nvGrpSpPr>
        <p:grpSpPr>
          <a:xfrm>
            <a:off x="4017038" y="4708419"/>
            <a:ext cx="3756384" cy="1620895"/>
            <a:chOff x="4017038" y="4708419"/>
            <a:chExt cx="3756384" cy="1620895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8689C25F-6328-2A2B-0850-B915E48AABA6}"/>
                </a:ext>
              </a:extLst>
            </p:cNvPr>
            <p:cNvSpPr/>
            <p:nvPr/>
          </p:nvSpPr>
          <p:spPr>
            <a:xfrm>
              <a:off x="4017038" y="5170629"/>
              <a:ext cx="3748691" cy="1158685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E6848CB2-1974-FDEF-BB08-15B77CF22F38}"/>
                </a:ext>
              </a:extLst>
            </p:cNvPr>
            <p:cNvSpPr/>
            <p:nvPr/>
          </p:nvSpPr>
          <p:spPr>
            <a:xfrm>
              <a:off x="4020040" y="4708419"/>
              <a:ext cx="3753382" cy="464695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24362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B4EF02-1862-3124-3BE7-5124967C2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加上原实验一</a:t>
            </a:r>
            <a:r>
              <a:rPr lang="en-US" altLang="zh-CN" dirty="0"/>
              <a:t>game 1 color</a:t>
            </a:r>
          </a:p>
          <a:p>
            <a:r>
              <a:rPr lang="zh-CN" altLang="en-US" dirty="0"/>
              <a:t>玩具有花纹</a:t>
            </a:r>
          </a:p>
        </p:txBody>
      </p:sp>
    </p:spTree>
    <p:extLst>
      <p:ext uri="{BB962C8B-B14F-4D97-AF65-F5344CB8AC3E}">
        <p14:creationId xmlns:p14="http://schemas.microsoft.com/office/powerpoint/2010/main" val="448059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303BFE6-1842-5254-90A0-C2E6739EDD8C}"/>
              </a:ext>
            </a:extLst>
          </p:cNvPr>
          <p:cNvSpPr txBox="1"/>
          <p:nvPr/>
        </p:nvSpPr>
        <p:spPr>
          <a:xfrm>
            <a:off x="198783" y="427383"/>
            <a:ext cx="2484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实验二：</a:t>
            </a:r>
            <a:r>
              <a:rPr lang="en-US" altLang="zh-CN" dirty="0"/>
              <a:t>game 2 shape</a:t>
            </a:r>
            <a:endParaRPr lang="zh-CN" altLang="en-US" dirty="0"/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A4295AE2-61F3-B518-6DB4-44035840677B}"/>
              </a:ext>
            </a:extLst>
          </p:cNvPr>
          <p:cNvSpPr/>
          <p:nvPr/>
        </p:nvSpPr>
        <p:spPr>
          <a:xfrm>
            <a:off x="1087744" y="5839185"/>
            <a:ext cx="2924603" cy="729812"/>
          </a:xfrm>
          <a:custGeom>
            <a:avLst/>
            <a:gdLst>
              <a:gd name="connsiteX0" fmla="*/ 0 w 2643809"/>
              <a:gd name="connsiteY0" fmla="*/ 857762 h 1012610"/>
              <a:gd name="connsiteX1" fmla="*/ 596348 w 2643809"/>
              <a:gd name="connsiteY1" fmla="*/ 977032 h 1012610"/>
              <a:gd name="connsiteX2" fmla="*/ 1341783 w 2643809"/>
              <a:gd name="connsiteY2" fmla="*/ 301171 h 1012610"/>
              <a:gd name="connsiteX3" fmla="*/ 1858617 w 2643809"/>
              <a:gd name="connsiteY3" fmla="*/ 42753 h 1012610"/>
              <a:gd name="connsiteX4" fmla="*/ 2643809 w 2643809"/>
              <a:gd name="connsiteY4" fmla="*/ 2997 h 1012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3809" h="1012610">
                <a:moveTo>
                  <a:pt x="0" y="857762"/>
                </a:moveTo>
                <a:cubicBezTo>
                  <a:pt x="186359" y="963779"/>
                  <a:pt x="372718" y="1069797"/>
                  <a:pt x="596348" y="977032"/>
                </a:cubicBezTo>
                <a:cubicBezTo>
                  <a:pt x="819979" y="884267"/>
                  <a:pt x="1131405" y="456884"/>
                  <a:pt x="1341783" y="301171"/>
                </a:cubicBezTo>
                <a:cubicBezTo>
                  <a:pt x="1552161" y="145458"/>
                  <a:pt x="1641613" y="92449"/>
                  <a:pt x="1858617" y="42753"/>
                </a:cubicBezTo>
                <a:cubicBezTo>
                  <a:pt x="2075621" y="-6943"/>
                  <a:pt x="2359715" y="-1973"/>
                  <a:pt x="2643809" y="299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F9D904B-F903-2FD3-7D0B-3DFF5A68C8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017" t="10189" r="16882" b="10736"/>
          <a:stretch/>
        </p:blipFill>
        <p:spPr>
          <a:xfrm>
            <a:off x="395377" y="5961634"/>
            <a:ext cx="743163" cy="729813"/>
          </a:xfrm>
          <a:prstGeom prst="ellipse">
            <a:avLst/>
          </a:prstGeom>
        </p:spPr>
      </p:pic>
      <p:grpSp>
        <p:nvGrpSpPr>
          <p:cNvPr id="19" name="组合 18">
            <a:extLst>
              <a:ext uri="{FF2B5EF4-FFF2-40B4-BE49-F238E27FC236}">
                <a16:creationId xmlns:a16="http://schemas.microsoft.com/office/drawing/2014/main" id="{5654DDF4-F0F5-B745-42E5-EBF2EF2677A5}"/>
              </a:ext>
            </a:extLst>
          </p:cNvPr>
          <p:cNvGrpSpPr/>
          <p:nvPr/>
        </p:nvGrpSpPr>
        <p:grpSpPr>
          <a:xfrm>
            <a:off x="4017038" y="4708419"/>
            <a:ext cx="3756384" cy="1620895"/>
            <a:chOff x="4017038" y="4708419"/>
            <a:chExt cx="3756384" cy="1620895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9D5D4B07-3548-9DAB-8D71-9BF3E1D89164}"/>
                </a:ext>
              </a:extLst>
            </p:cNvPr>
            <p:cNvSpPr/>
            <p:nvPr/>
          </p:nvSpPr>
          <p:spPr>
            <a:xfrm>
              <a:off x="4017038" y="5170629"/>
              <a:ext cx="3748691" cy="1158685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C3E44617-6261-76EB-6DF0-9D72D3C0D1B1}"/>
                </a:ext>
              </a:extLst>
            </p:cNvPr>
            <p:cNvSpPr/>
            <p:nvPr/>
          </p:nvSpPr>
          <p:spPr>
            <a:xfrm>
              <a:off x="4020040" y="4708419"/>
              <a:ext cx="3753382" cy="464695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十字形 28">
            <a:extLst>
              <a:ext uri="{FF2B5EF4-FFF2-40B4-BE49-F238E27FC236}">
                <a16:creationId xmlns:a16="http://schemas.microsoft.com/office/drawing/2014/main" id="{0322803B-9A00-1AE4-CD55-AD1CDD34E587}"/>
              </a:ext>
            </a:extLst>
          </p:cNvPr>
          <p:cNvSpPr/>
          <p:nvPr/>
        </p:nvSpPr>
        <p:spPr>
          <a:xfrm>
            <a:off x="4784140" y="1928192"/>
            <a:ext cx="741889" cy="616225"/>
          </a:xfrm>
          <a:prstGeom prst="plus">
            <a:avLst>
              <a:gd name="adj" fmla="val 32018"/>
            </a:avLst>
          </a:prstGeom>
          <a:solidFill>
            <a:srgbClr val="00EAB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箭头: 五边形 30">
            <a:extLst>
              <a:ext uri="{FF2B5EF4-FFF2-40B4-BE49-F238E27FC236}">
                <a16:creationId xmlns:a16="http://schemas.microsoft.com/office/drawing/2014/main" id="{5F389A0E-F49E-736B-9F3B-4820B2976290}"/>
              </a:ext>
            </a:extLst>
          </p:cNvPr>
          <p:cNvSpPr/>
          <p:nvPr/>
        </p:nvSpPr>
        <p:spPr>
          <a:xfrm>
            <a:off x="5994848" y="1997766"/>
            <a:ext cx="854067" cy="464695"/>
          </a:xfrm>
          <a:prstGeom prst="homePlate">
            <a:avLst/>
          </a:prstGeom>
          <a:solidFill>
            <a:srgbClr val="00EAB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6216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梯形 3">
            <a:extLst>
              <a:ext uri="{FF2B5EF4-FFF2-40B4-BE49-F238E27FC236}">
                <a16:creationId xmlns:a16="http://schemas.microsoft.com/office/drawing/2014/main" id="{B920F5A7-2616-64B9-6BCC-79284EC81541}"/>
              </a:ext>
            </a:extLst>
          </p:cNvPr>
          <p:cNvSpPr/>
          <p:nvPr/>
        </p:nvSpPr>
        <p:spPr>
          <a:xfrm>
            <a:off x="4758119" y="2209216"/>
            <a:ext cx="903178" cy="546652"/>
          </a:xfrm>
          <a:prstGeom prst="trapezoid">
            <a:avLst>
              <a:gd name="adj" fmla="val 46818"/>
            </a:avLst>
          </a:prstGeom>
          <a:solidFill>
            <a:srgbClr val="99CC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8526DFE1-1F30-95DC-0C2A-7AC33C8D43D1}"/>
              </a:ext>
            </a:extLst>
          </p:cNvPr>
          <p:cNvSpPr/>
          <p:nvPr/>
        </p:nvSpPr>
        <p:spPr>
          <a:xfrm>
            <a:off x="1087744" y="5839185"/>
            <a:ext cx="2924603" cy="729812"/>
          </a:xfrm>
          <a:custGeom>
            <a:avLst/>
            <a:gdLst>
              <a:gd name="connsiteX0" fmla="*/ 0 w 2643809"/>
              <a:gd name="connsiteY0" fmla="*/ 857762 h 1012610"/>
              <a:gd name="connsiteX1" fmla="*/ 596348 w 2643809"/>
              <a:gd name="connsiteY1" fmla="*/ 977032 h 1012610"/>
              <a:gd name="connsiteX2" fmla="*/ 1341783 w 2643809"/>
              <a:gd name="connsiteY2" fmla="*/ 301171 h 1012610"/>
              <a:gd name="connsiteX3" fmla="*/ 1858617 w 2643809"/>
              <a:gd name="connsiteY3" fmla="*/ 42753 h 1012610"/>
              <a:gd name="connsiteX4" fmla="*/ 2643809 w 2643809"/>
              <a:gd name="connsiteY4" fmla="*/ 2997 h 1012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3809" h="1012610">
                <a:moveTo>
                  <a:pt x="0" y="857762"/>
                </a:moveTo>
                <a:cubicBezTo>
                  <a:pt x="186359" y="963779"/>
                  <a:pt x="372718" y="1069797"/>
                  <a:pt x="596348" y="977032"/>
                </a:cubicBezTo>
                <a:cubicBezTo>
                  <a:pt x="819979" y="884267"/>
                  <a:pt x="1131405" y="456884"/>
                  <a:pt x="1341783" y="301171"/>
                </a:cubicBezTo>
                <a:cubicBezTo>
                  <a:pt x="1552161" y="145458"/>
                  <a:pt x="1641613" y="92449"/>
                  <a:pt x="1858617" y="42753"/>
                </a:cubicBezTo>
                <a:cubicBezTo>
                  <a:pt x="2075621" y="-6943"/>
                  <a:pt x="2359715" y="-1973"/>
                  <a:pt x="2643809" y="299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5EA7E66-34EA-9E21-14B8-141671E2EA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017" t="10189" r="16882" b="10736"/>
          <a:stretch/>
        </p:blipFill>
        <p:spPr>
          <a:xfrm>
            <a:off x="395377" y="5961634"/>
            <a:ext cx="743163" cy="729813"/>
          </a:xfrm>
          <a:prstGeom prst="ellipse">
            <a:avLst/>
          </a:prstGeom>
        </p:spPr>
      </p:pic>
      <p:sp>
        <p:nvSpPr>
          <p:cNvPr id="19" name="星形: 五角 18">
            <a:extLst>
              <a:ext uri="{FF2B5EF4-FFF2-40B4-BE49-F238E27FC236}">
                <a16:creationId xmlns:a16="http://schemas.microsoft.com/office/drawing/2014/main" id="{32E0AB86-36A6-F9EC-23C4-E0472C75A482}"/>
              </a:ext>
            </a:extLst>
          </p:cNvPr>
          <p:cNvSpPr/>
          <p:nvPr/>
        </p:nvSpPr>
        <p:spPr>
          <a:xfrm>
            <a:off x="5975501" y="2017643"/>
            <a:ext cx="903178" cy="738225"/>
          </a:xfrm>
          <a:prstGeom prst="star5">
            <a:avLst/>
          </a:prstGeom>
          <a:solidFill>
            <a:srgbClr val="99CC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00E4D2A-E39D-DCF4-9C65-64FFD358EE5B}"/>
              </a:ext>
            </a:extLst>
          </p:cNvPr>
          <p:cNvGrpSpPr/>
          <p:nvPr/>
        </p:nvGrpSpPr>
        <p:grpSpPr>
          <a:xfrm>
            <a:off x="4017038" y="4708419"/>
            <a:ext cx="3756384" cy="1620895"/>
            <a:chOff x="4017038" y="4708419"/>
            <a:chExt cx="3756384" cy="1620895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94EEEA3D-1810-20FF-BEA1-D79A162F13E7}"/>
                </a:ext>
              </a:extLst>
            </p:cNvPr>
            <p:cNvSpPr/>
            <p:nvPr/>
          </p:nvSpPr>
          <p:spPr>
            <a:xfrm>
              <a:off x="4017038" y="5170629"/>
              <a:ext cx="3748691" cy="1158685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D2396F9-44B8-027C-5B22-E7261FD4A5F1}"/>
                </a:ext>
              </a:extLst>
            </p:cNvPr>
            <p:cNvSpPr/>
            <p:nvPr/>
          </p:nvSpPr>
          <p:spPr>
            <a:xfrm>
              <a:off x="4020040" y="4708419"/>
              <a:ext cx="3753382" cy="464695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10110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B3A2DB3F-F6D5-DB6A-45E2-41DE7FD34CD4}"/>
              </a:ext>
            </a:extLst>
          </p:cNvPr>
          <p:cNvSpPr/>
          <p:nvPr/>
        </p:nvSpPr>
        <p:spPr>
          <a:xfrm>
            <a:off x="1087744" y="5839185"/>
            <a:ext cx="2924603" cy="729812"/>
          </a:xfrm>
          <a:custGeom>
            <a:avLst/>
            <a:gdLst>
              <a:gd name="connsiteX0" fmla="*/ 0 w 2643809"/>
              <a:gd name="connsiteY0" fmla="*/ 857762 h 1012610"/>
              <a:gd name="connsiteX1" fmla="*/ 596348 w 2643809"/>
              <a:gd name="connsiteY1" fmla="*/ 977032 h 1012610"/>
              <a:gd name="connsiteX2" fmla="*/ 1341783 w 2643809"/>
              <a:gd name="connsiteY2" fmla="*/ 301171 h 1012610"/>
              <a:gd name="connsiteX3" fmla="*/ 1858617 w 2643809"/>
              <a:gd name="connsiteY3" fmla="*/ 42753 h 1012610"/>
              <a:gd name="connsiteX4" fmla="*/ 2643809 w 2643809"/>
              <a:gd name="connsiteY4" fmla="*/ 2997 h 1012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3809" h="1012610">
                <a:moveTo>
                  <a:pt x="0" y="857762"/>
                </a:moveTo>
                <a:cubicBezTo>
                  <a:pt x="186359" y="963779"/>
                  <a:pt x="372718" y="1069797"/>
                  <a:pt x="596348" y="977032"/>
                </a:cubicBezTo>
                <a:cubicBezTo>
                  <a:pt x="819979" y="884267"/>
                  <a:pt x="1131405" y="456884"/>
                  <a:pt x="1341783" y="301171"/>
                </a:cubicBezTo>
                <a:cubicBezTo>
                  <a:pt x="1552161" y="145458"/>
                  <a:pt x="1641613" y="92449"/>
                  <a:pt x="1858617" y="42753"/>
                </a:cubicBezTo>
                <a:cubicBezTo>
                  <a:pt x="2075621" y="-6943"/>
                  <a:pt x="2359715" y="-1973"/>
                  <a:pt x="2643809" y="299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C5EAC53-9EA9-E9BD-305F-8EB2F9E3F8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017" t="10189" r="16882" b="10736"/>
          <a:stretch/>
        </p:blipFill>
        <p:spPr>
          <a:xfrm>
            <a:off x="395377" y="5961634"/>
            <a:ext cx="743163" cy="729813"/>
          </a:xfrm>
          <a:prstGeom prst="ellipse">
            <a:avLst/>
          </a:prstGeom>
        </p:spPr>
      </p:pic>
      <p:sp>
        <p:nvSpPr>
          <p:cNvPr id="30" name="十字形 29">
            <a:extLst>
              <a:ext uri="{FF2B5EF4-FFF2-40B4-BE49-F238E27FC236}">
                <a16:creationId xmlns:a16="http://schemas.microsoft.com/office/drawing/2014/main" id="{2D2F6106-38D2-1AC2-0E33-5034C04E75F9}"/>
              </a:ext>
            </a:extLst>
          </p:cNvPr>
          <p:cNvSpPr/>
          <p:nvPr/>
        </p:nvSpPr>
        <p:spPr>
          <a:xfrm>
            <a:off x="5948680" y="2199277"/>
            <a:ext cx="631473" cy="566530"/>
          </a:xfrm>
          <a:prstGeom prst="plus">
            <a:avLst>
              <a:gd name="adj" fmla="val 32018"/>
            </a:avLst>
          </a:prstGeom>
          <a:solidFill>
            <a:srgbClr val="FC308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禁止符 18">
            <a:extLst>
              <a:ext uri="{FF2B5EF4-FFF2-40B4-BE49-F238E27FC236}">
                <a16:creationId xmlns:a16="http://schemas.microsoft.com/office/drawing/2014/main" id="{1713D3DC-1392-6862-9B76-75E814F83F96}"/>
              </a:ext>
            </a:extLst>
          </p:cNvPr>
          <p:cNvSpPr/>
          <p:nvPr/>
        </p:nvSpPr>
        <p:spPr>
          <a:xfrm>
            <a:off x="4842171" y="2149581"/>
            <a:ext cx="683273" cy="673132"/>
          </a:xfrm>
          <a:prstGeom prst="noSmoking">
            <a:avLst/>
          </a:prstGeom>
          <a:solidFill>
            <a:srgbClr val="FC308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04B622A1-C016-B84C-A2E9-A8798CDFCE87}"/>
              </a:ext>
            </a:extLst>
          </p:cNvPr>
          <p:cNvGrpSpPr/>
          <p:nvPr/>
        </p:nvGrpSpPr>
        <p:grpSpPr>
          <a:xfrm>
            <a:off x="4017038" y="4708419"/>
            <a:ext cx="3756384" cy="1620895"/>
            <a:chOff x="4017038" y="4708419"/>
            <a:chExt cx="3756384" cy="1620895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95206EE8-B1C0-22AE-D3E0-1E526D57EB2C}"/>
                </a:ext>
              </a:extLst>
            </p:cNvPr>
            <p:cNvSpPr/>
            <p:nvPr/>
          </p:nvSpPr>
          <p:spPr>
            <a:xfrm>
              <a:off x="4017038" y="5170629"/>
              <a:ext cx="3748691" cy="1158685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AAC3931B-F519-8CF8-7B60-35E20CC758F9}"/>
                </a:ext>
              </a:extLst>
            </p:cNvPr>
            <p:cNvSpPr/>
            <p:nvPr/>
          </p:nvSpPr>
          <p:spPr>
            <a:xfrm>
              <a:off x="4020040" y="4708419"/>
              <a:ext cx="3753382" cy="464695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45468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9EB57D74-845A-FAC4-0784-6FEB28CBD2F8}"/>
              </a:ext>
            </a:extLst>
          </p:cNvPr>
          <p:cNvSpPr/>
          <p:nvPr/>
        </p:nvSpPr>
        <p:spPr>
          <a:xfrm>
            <a:off x="1087744" y="5839185"/>
            <a:ext cx="2924603" cy="729812"/>
          </a:xfrm>
          <a:custGeom>
            <a:avLst/>
            <a:gdLst>
              <a:gd name="connsiteX0" fmla="*/ 0 w 2643809"/>
              <a:gd name="connsiteY0" fmla="*/ 857762 h 1012610"/>
              <a:gd name="connsiteX1" fmla="*/ 596348 w 2643809"/>
              <a:gd name="connsiteY1" fmla="*/ 977032 h 1012610"/>
              <a:gd name="connsiteX2" fmla="*/ 1341783 w 2643809"/>
              <a:gd name="connsiteY2" fmla="*/ 301171 h 1012610"/>
              <a:gd name="connsiteX3" fmla="*/ 1858617 w 2643809"/>
              <a:gd name="connsiteY3" fmla="*/ 42753 h 1012610"/>
              <a:gd name="connsiteX4" fmla="*/ 2643809 w 2643809"/>
              <a:gd name="connsiteY4" fmla="*/ 2997 h 1012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3809" h="1012610">
                <a:moveTo>
                  <a:pt x="0" y="857762"/>
                </a:moveTo>
                <a:cubicBezTo>
                  <a:pt x="186359" y="963779"/>
                  <a:pt x="372718" y="1069797"/>
                  <a:pt x="596348" y="977032"/>
                </a:cubicBezTo>
                <a:cubicBezTo>
                  <a:pt x="819979" y="884267"/>
                  <a:pt x="1131405" y="456884"/>
                  <a:pt x="1341783" y="301171"/>
                </a:cubicBezTo>
                <a:cubicBezTo>
                  <a:pt x="1552161" y="145458"/>
                  <a:pt x="1641613" y="92449"/>
                  <a:pt x="1858617" y="42753"/>
                </a:cubicBezTo>
                <a:cubicBezTo>
                  <a:pt x="2075621" y="-6943"/>
                  <a:pt x="2359715" y="-1973"/>
                  <a:pt x="2643809" y="299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377D6B1-99D4-6346-8C08-3179975CB5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017" t="10189" r="16882" b="10736"/>
          <a:stretch/>
        </p:blipFill>
        <p:spPr>
          <a:xfrm>
            <a:off x="395377" y="5961634"/>
            <a:ext cx="743163" cy="729813"/>
          </a:xfrm>
          <a:prstGeom prst="ellipse">
            <a:avLst/>
          </a:prstGeom>
        </p:spPr>
      </p:pic>
      <p:sp>
        <p:nvSpPr>
          <p:cNvPr id="17" name="星形: 五角 16">
            <a:extLst>
              <a:ext uri="{FF2B5EF4-FFF2-40B4-BE49-F238E27FC236}">
                <a16:creationId xmlns:a16="http://schemas.microsoft.com/office/drawing/2014/main" id="{D312C3D5-C4AB-1184-CAF3-AAC357C19ED1}"/>
              </a:ext>
            </a:extLst>
          </p:cNvPr>
          <p:cNvSpPr/>
          <p:nvPr/>
        </p:nvSpPr>
        <p:spPr>
          <a:xfrm>
            <a:off x="5891383" y="1958008"/>
            <a:ext cx="903178" cy="738225"/>
          </a:xfrm>
          <a:prstGeom prst="star5">
            <a:avLst/>
          </a:prstGeom>
          <a:solidFill>
            <a:srgbClr val="F67B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五边形 18">
            <a:extLst>
              <a:ext uri="{FF2B5EF4-FFF2-40B4-BE49-F238E27FC236}">
                <a16:creationId xmlns:a16="http://schemas.microsoft.com/office/drawing/2014/main" id="{943005E5-D966-47DA-0F8D-8545985DD1C9}"/>
              </a:ext>
            </a:extLst>
          </p:cNvPr>
          <p:cNvSpPr/>
          <p:nvPr/>
        </p:nvSpPr>
        <p:spPr>
          <a:xfrm>
            <a:off x="4847948" y="2182744"/>
            <a:ext cx="854067" cy="464695"/>
          </a:xfrm>
          <a:prstGeom prst="homePlate">
            <a:avLst/>
          </a:prstGeom>
          <a:solidFill>
            <a:srgbClr val="F67B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054FBA56-0C29-594B-21C7-8D96E39B2254}"/>
              </a:ext>
            </a:extLst>
          </p:cNvPr>
          <p:cNvGrpSpPr/>
          <p:nvPr/>
        </p:nvGrpSpPr>
        <p:grpSpPr>
          <a:xfrm>
            <a:off x="4017038" y="4708419"/>
            <a:ext cx="3756384" cy="1620895"/>
            <a:chOff x="4017038" y="4708419"/>
            <a:chExt cx="3756384" cy="1620895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8D2021EC-25D9-28B0-93FB-2A1B1BB1A162}"/>
                </a:ext>
              </a:extLst>
            </p:cNvPr>
            <p:cNvSpPr/>
            <p:nvPr/>
          </p:nvSpPr>
          <p:spPr>
            <a:xfrm>
              <a:off x="4017038" y="5170629"/>
              <a:ext cx="3748691" cy="1158685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1F273C12-B852-1B2F-B13B-3C223A5166DA}"/>
                </a:ext>
              </a:extLst>
            </p:cNvPr>
            <p:cNvSpPr/>
            <p:nvPr/>
          </p:nvSpPr>
          <p:spPr>
            <a:xfrm>
              <a:off x="4020040" y="4708419"/>
              <a:ext cx="3753382" cy="464695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05063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95C1342E-5246-E203-E6D8-B53E0E34FB32}"/>
              </a:ext>
            </a:extLst>
          </p:cNvPr>
          <p:cNvSpPr/>
          <p:nvPr/>
        </p:nvSpPr>
        <p:spPr>
          <a:xfrm>
            <a:off x="1087744" y="5839185"/>
            <a:ext cx="2924603" cy="729812"/>
          </a:xfrm>
          <a:custGeom>
            <a:avLst/>
            <a:gdLst>
              <a:gd name="connsiteX0" fmla="*/ 0 w 2643809"/>
              <a:gd name="connsiteY0" fmla="*/ 857762 h 1012610"/>
              <a:gd name="connsiteX1" fmla="*/ 596348 w 2643809"/>
              <a:gd name="connsiteY1" fmla="*/ 977032 h 1012610"/>
              <a:gd name="connsiteX2" fmla="*/ 1341783 w 2643809"/>
              <a:gd name="connsiteY2" fmla="*/ 301171 h 1012610"/>
              <a:gd name="connsiteX3" fmla="*/ 1858617 w 2643809"/>
              <a:gd name="connsiteY3" fmla="*/ 42753 h 1012610"/>
              <a:gd name="connsiteX4" fmla="*/ 2643809 w 2643809"/>
              <a:gd name="connsiteY4" fmla="*/ 2997 h 1012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3809" h="1012610">
                <a:moveTo>
                  <a:pt x="0" y="857762"/>
                </a:moveTo>
                <a:cubicBezTo>
                  <a:pt x="186359" y="963779"/>
                  <a:pt x="372718" y="1069797"/>
                  <a:pt x="596348" y="977032"/>
                </a:cubicBezTo>
                <a:cubicBezTo>
                  <a:pt x="819979" y="884267"/>
                  <a:pt x="1131405" y="456884"/>
                  <a:pt x="1341783" y="301171"/>
                </a:cubicBezTo>
                <a:cubicBezTo>
                  <a:pt x="1552161" y="145458"/>
                  <a:pt x="1641613" y="92449"/>
                  <a:pt x="1858617" y="42753"/>
                </a:cubicBezTo>
                <a:cubicBezTo>
                  <a:pt x="2075621" y="-6943"/>
                  <a:pt x="2359715" y="-1973"/>
                  <a:pt x="2643809" y="299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25B4EC5-B02C-FEF9-B1FF-AD39CECF7B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017" t="10189" r="16882" b="10736"/>
          <a:stretch/>
        </p:blipFill>
        <p:spPr>
          <a:xfrm>
            <a:off x="395377" y="5961634"/>
            <a:ext cx="743163" cy="729813"/>
          </a:xfrm>
          <a:prstGeom prst="ellipse">
            <a:avLst/>
          </a:prstGeom>
        </p:spPr>
      </p:pic>
      <p:sp>
        <p:nvSpPr>
          <p:cNvPr id="19" name="梯形 18">
            <a:extLst>
              <a:ext uri="{FF2B5EF4-FFF2-40B4-BE49-F238E27FC236}">
                <a16:creationId xmlns:a16="http://schemas.microsoft.com/office/drawing/2014/main" id="{1F9342D4-0E58-DBAD-232E-6C7F900BEA92}"/>
              </a:ext>
            </a:extLst>
          </p:cNvPr>
          <p:cNvSpPr/>
          <p:nvPr/>
        </p:nvSpPr>
        <p:spPr>
          <a:xfrm>
            <a:off x="4758119" y="2149581"/>
            <a:ext cx="903178" cy="546652"/>
          </a:xfrm>
          <a:prstGeom prst="trapezoid">
            <a:avLst>
              <a:gd name="adj" fmla="val 46818"/>
            </a:avLst>
          </a:prstGeom>
          <a:solidFill>
            <a:srgbClr val="CC0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L 形 19">
            <a:extLst>
              <a:ext uri="{FF2B5EF4-FFF2-40B4-BE49-F238E27FC236}">
                <a16:creationId xmlns:a16="http://schemas.microsoft.com/office/drawing/2014/main" id="{B8E5CED4-0AB0-8659-E735-FA37EE4E09E0}"/>
              </a:ext>
            </a:extLst>
          </p:cNvPr>
          <p:cNvSpPr/>
          <p:nvPr/>
        </p:nvSpPr>
        <p:spPr>
          <a:xfrm>
            <a:off x="6096000" y="2077278"/>
            <a:ext cx="563217" cy="618955"/>
          </a:xfrm>
          <a:prstGeom prst="corner">
            <a:avLst>
              <a:gd name="adj1" fmla="val 44706"/>
              <a:gd name="adj2" fmla="val 37647"/>
            </a:avLst>
          </a:prstGeom>
          <a:solidFill>
            <a:srgbClr val="CC0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590DDB6-2E2D-63A2-6258-519C07182170}"/>
              </a:ext>
            </a:extLst>
          </p:cNvPr>
          <p:cNvGrpSpPr/>
          <p:nvPr/>
        </p:nvGrpSpPr>
        <p:grpSpPr>
          <a:xfrm>
            <a:off x="4017038" y="4708419"/>
            <a:ext cx="3756384" cy="1620895"/>
            <a:chOff x="4017038" y="4708419"/>
            <a:chExt cx="3756384" cy="1620895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EFE3A9E8-277B-BFDC-FB75-C179700354BE}"/>
                </a:ext>
              </a:extLst>
            </p:cNvPr>
            <p:cNvSpPr/>
            <p:nvPr/>
          </p:nvSpPr>
          <p:spPr>
            <a:xfrm>
              <a:off x="4017038" y="5170629"/>
              <a:ext cx="3748691" cy="1158685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718429E1-19B9-1E26-9236-6756524D09DE}"/>
                </a:ext>
              </a:extLst>
            </p:cNvPr>
            <p:cNvSpPr/>
            <p:nvPr/>
          </p:nvSpPr>
          <p:spPr>
            <a:xfrm>
              <a:off x="4020040" y="4708419"/>
              <a:ext cx="3753382" cy="464695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07989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592466-A0E4-F3FC-B559-C67DB78DF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加上原实验一</a:t>
            </a:r>
            <a:r>
              <a:rPr lang="en-US" altLang="zh-CN" dirty="0"/>
              <a:t>game 2 shape</a:t>
            </a:r>
          </a:p>
          <a:p>
            <a:r>
              <a:rPr lang="zh-CN" altLang="en-US" dirty="0"/>
              <a:t>玩具有花纹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6122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109</Words>
  <Application>Microsoft Office PowerPoint</Application>
  <PresentationFormat>宽屏</PresentationFormat>
  <Paragraphs>18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chunying gao</dc:creator>
  <cp:lastModifiedBy>chunying gao</cp:lastModifiedBy>
  <cp:revision>1</cp:revision>
  <dcterms:created xsi:type="dcterms:W3CDTF">2025-04-30T02:48:04Z</dcterms:created>
  <dcterms:modified xsi:type="dcterms:W3CDTF">2025-04-30T03:59:09Z</dcterms:modified>
</cp:coreProperties>
</file>